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Nf+JpuefJUhEvJJ+fA22XwWt0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842684-3C82-4E12-BA42-3301D1F0D74C}">
  <a:tblStyle styleId="{E6842684-3C82-4E12-BA42-3301D1F0D74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4AFA2C0-81FA-426D-AC04-C4082A1A4F7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256312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IN"/>
              <a:t>Course Code &amp; Name: 1010063491(B.TECH(CSE-CS)-Minor Project,1010043494-Minor Project(B.TECH(CE)/(CSE),1010043493-Advanced Programming with Project-I(B.TECH(CE)/(CSE);Course Code &amp; Name: 1010063491-Minor Project(CE-AIML)</a:t>
            </a: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4709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652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9726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7410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6266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837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f9a4c8fa777841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h7f9a4c8fa77784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581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4330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6082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7543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f9a4c8fa777841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h7f9a4c8fa777841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8620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f9a4c8fa777841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h7f9a4c8fa7778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435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7f9a4c8fa777841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h7f9a4c8fa77784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82025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13727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667400058_0_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67400058_0_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667400058_0_3"/>
          <p:cNvSpPr txBox="1"/>
          <p:nvPr/>
        </p:nvSpPr>
        <p:spPr>
          <a:xfrm>
            <a:off x="1041573" y="1308153"/>
            <a:ext cx="105804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1" sz="2200"/>
            </a:pPr>
            <a:r>
              <a:t>BTECH Computer Science Engineering</a:t>
            </a:r>
            <a:endParaRPr sz="26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defRPr b="1" sz="2200"/>
            </a:pPr>
            <a:r>
              <a:t>1010103494</a:t>
            </a:r>
          </a:p>
          <a:p>
            <a:pPr algn="ctr">
              <a:defRPr b="1" sz="2500"/>
            </a:pPr>
            <a:r>
              <a:t>MedVault - Smart Digital Health Record and Appointment System</a:t>
            </a:r>
          </a:p>
        </p:txBody>
      </p:sp>
      <p:pic>
        <p:nvPicPr>
          <p:cNvPr id="96" name="Google Shape;96;g3f667400058_0_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f667400058_0_3"/>
          <p:cNvGraphicFramePr/>
          <p:nvPr/>
        </p:nvGraphicFramePr>
        <p:xfrm>
          <a:off x="1041575" y="4066800"/>
          <a:ext cx="10019325" cy="2666850"/>
        </p:xfrm>
        <a:graphic>
          <a:graphicData uri="http://schemas.openxmlformats.org/drawingml/2006/table">
            <a:tbl>
              <a:tblPr>
                <a:noFill/>
                <a:tableStyleId>{E6842684-3C82-4E12-BA42-3301D1F0D74C}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Project ID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CSE_M2_41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Enrollment No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2301031800016, 2301031800031, 2301031800084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Mohit Kumar, Hemant Mali, Rahul Mali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Branch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Computer Science Engineering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Guide Name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Dr. Monali Suthar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28194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100000"/>
              <a:buFont typeface="Cambria"/>
              <a:buChar char="•"/>
              <a:defRPr sz="1700">
                <a:latin typeface="Calibri"/>
              </a:defRPr>
            </a:pPr>
            <a:r>
              <a:t>• 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Background and Motivation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Relevance and Importance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Literature review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Research Gap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Objectives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Required Dataset,Tools and Technology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Methodology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Result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Conclusion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Future Work</a:t>
            </a:r>
          </a:p>
          <a:p>
            <a:pPr>
              <a:spcAft>
                <a:spcPts val="600"/>
              </a:spcAft>
              <a:defRPr sz="1700">
                <a:latin typeface="Calibri"/>
              </a:defRPr>
            </a:pPr>
            <a:r>
              <a:t>• References</a:t>
            </a: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600">
                <a:latin typeface="Calibri"/>
              </a:defRPr>
            </a:pPr>
            <a:r>
              <a:t>• MedVault is a modern web-based Digital Health Ecosystem designed to connect Patients, Doctors, Receptionists, Administrators, and Pharmacists into a single platform.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600">
                <a:latin typeface="Calibri"/>
              </a:defRPr>
            </a:pPr>
            <a:r>
              <a:t>• Replaces traditional paper-based prescriptions and fragmented manual OPD register entries with structured digital workflows.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600">
                <a:latin typeface="Calibri"/>
              </a:defRPr>
            </a:pPr>
            <a:r>
              <a:t>• Features dedicated role-based portals for Patients (vitals &amp; EMR vault), Doctors (consultation queue &amp; digital Rx builder), and Receptionists (walk-in token management).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600">
                <a:latin typeface="Calibri"/>
              </a:defRPr>
            </a:pPr>
            <a:r>
              <a:t>• Built using React 18, TypeScript, and Tailwind CSS on the frontend, powered by Supabase PostgreSQL for secure role-based data access.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600">
                <a:latin typeface="Calibri"/>
              </a:defRPr>
            </a:pPr>
            <a:r>
              <a:t>• Goal: Create a lightweight, high-contrast, zero-delay healthcare portal that digitizes medical records and streamlines hospital consultations.</a:t>
            </a:r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00">
                <a:latin typeface="Calibri"/>
              </a:defRPr>
            </a:pPr>
            <a:r>
              <a:t>• Loss of Paper Prescriptions &amp; Reports: Physical medical slips are easily misplaced or damaged, leaving doctors without patient medical history during follow-ups.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Uncoordinated Reception &amp; OPD Queues: Walk-in patients face long waiting lines without real-time updates between reception desks and doctor consultation rooms.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Illegible Handwriting &amp; Medication Risks: Handwritten prescriptions increase the risk of dosage confusion for pharmacists and patients.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Lack of Centralized Digital Vaults: Patients struggle to access their lab diagnostic reports, vitals telemetry history, and active medication lists in one place.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Motivation: Build an easy-to-use, high-performance web system that eliminates paper delays, automates OPD queue pushing, and generates verified digital A4 prescriptions.</a:t>
            </a:r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702734" y="122766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00">
                <a:latin typeface="Calibri"/>
              </a:defRPr>
            </a:pPr>
            <a:r>
              <a:t>• Instant Consultation Queue Sync: Tokens created at reception immediately appear on the doctor's live queue without manual paper slips or page refreshes.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Verified Digital Prescriptions: Doctors generate clean A4 digital prescriptions with dosage frequency (1-0-1), doctor signature stamp, and scannable QR verification.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Patient Vitals Telemetry Tracking: Allows patients to track Blood Pressure, Heart Rate, SpO2, and Blood Glucose history in visual charts.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Data Security &amp; Row-Level Access: Ensures strict patient privacy where users only access their authorized medical records using Supabase RLS security policies.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Scalable Architecture: Designed as an extensible foundation ready for government ABHA ID integration, video call telehealth, and hospital bed analytics.</a:t>
            </a: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32" name="Google Shape;132;p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9" name="Google Shape;13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41" name="Google Shape;141;p6"/>
          <p:cNvGraphicFramePr/>
          <p:nvPr>
            <p:extLst>
              <p:ext uri="{D42A27DB-BD31-4B8C-83A1-F6EECF244321}">
                <p14:modId xmlns:p14="http://schemas.microsoft.com/office/powerpoint/2010/main" val="4257121650"/>
              </p:ext>
            </p:extLst>
          </p:nvPr>
        </p:nvGraphicFramePr>
        <p:xfrm>
          <a:off x="748925" y="1559000"/>
          <a:ext cx="10287000" cy="4754730"/>
        </p:xfrm>
        <a:graphic>
          <a:graphicData uri="http://schemas.openxmlformats.org/drawingml/2006/table">
            <a:tbl>
              <a:tblPr>
                <a:noFill/>
                <a:tableStyleId>{14AFA2C0-81FA-426D-AC04-C4082A1A4F72}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Sr.No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Ref.No(Citation)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Algorithm / Approach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Dataset / Source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Key Result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Findings &amp; Limitations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[1]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Commercial Appointment Booking (Practo / Apollo 24/7)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Closed Commercial Database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Doctor search and appointment booking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Closed-source, subscription-based; lacks integrated reception token queue or doctor Rx generation.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[2]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Legacy Hospital Information Systems (HIS)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Institutional Desktop Software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Internal hospital record management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Heavyweight desktop software; no patient-facing portal, digital health locker, or mobile access.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[3]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Standalone EMR Storage Architectures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Clinical EHR Datasets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Centralized medical record storage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Focuses only on static storage; lacks live consultation line sync, digital signatures, or QR verification.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[4]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Proposed MedVault Ecosystem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Supabase Relational Database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Integrated 5-role digital healthcare platform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Calibri"/>
                        </a:defRPr>
                      </a:pPr>
                      <a:r>
                        <a:t>Lightweight, open web architecture combining live reception queue push, digital Rx PDF export, and vitals telemetry.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f9a4c8fa777841d_0_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h7f9a4c8fa777841d_0_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49" name="Google Shape;149;h7f9a4c8fa777841d_0_15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h7f9a4c8fa777841d_0_15"/>
          <p:cNvSpPr txBox="1">
            <a:spLocks noGrp="1"/>
          </p:cNvSpPr>
          <p:nvPr>
            <p:ph type="body" idx="1"/>
          </p:nvPr>
        </p:nvSpPr>
        <p:spPr>
          <a:xfrm>
            <a:off x="753534" y="1236134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400">
                <a:latin typeface="Calibri"/>
              </a:defRPr>
            </a:pPr>
            <a:r>
              <a:t>• Commercial Platforms Lack Hospital-Side Integration: Platforms like Practo or Apollo 24/7 handle online booking but do not provide reception token generators or live doctor consultation queues.</a:t>
            </a:r>
            <a:endParaRPr sz="24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Legacy HIS Systems Are Heavyweight &amp; Complex: Traditional hospital software requires expensive local server setups and lacks clean, responsive patient-facing web interfaces.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No Integrated Prescription Signature Engine: Existing web portals rarely combine diagnosis entry, dosage frequency (1-0-1), doctor digital stamp, and A4 PDF export in one workflow.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Fragmented Vitals Monitoring: Patients lack a unified digital health locker where live vitals, past prescriptions, and appointment records are accessible in one account.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Research Gap Solved by MedVault: MedVault fills this gap by delivering a unified, role-based web platform that seamlessly connects Receptionists, Doctors, and Patients.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00">
                <a:latin typeface="Calibri"/>
              </a:defRPr>
            </a:pPr>
            <a:r>
              <a:t>• Design a Role-Based Healthcare Web Application providing customized portals for Patients, Doctors, Receptionists, Administrators, and Pharmacists.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Implement Real-Time Reception Token Sync to automatically push walk-in patient tokens from reception desks to doctor consultation screens.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Develop a Digital Prescription Studio featuring medicine selection, dosage timing (1-0-1), doctor digital stamp, and A4 PDF export with QR codes.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Build a Patient Health Vault for tracking Blood Pressure, Heart Rate, SpO2, and Blood Glucose with digital document storage.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Enforce Database-Level Row Security (RLS) using Supabase PostgreSQL to protect sensitive patient records and maintain medical privacy.</a:t>
            </a:r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Dataset,Tools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450">
                <a:latin typeface="Calibri"/>
              </a:defRPr>
            </a:pPr>
            <a:r>
              <a:t>• Frontend UI Framework: React 18, TypeScript, Tailwind CSS v4, Lucide React Icons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State Management &amp; Sync: Zustand central state store for real-time consultation queue updates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Database &amp; Security: Supabase PostgreSQL database with Row Level Security (RLS) policies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PDF &amp; QR Export Engine: jsPDF and html2canvas for generating verified digital A4 prescription PDFs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Development IDE &amp; Tools: Visual Studio Code, Vite Build Tool, Git Version Control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Deployment (Planned): Vercel / Render cloud deployment for high-availability access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50">
                <a:latin typeface="Calibri"/>
              </a:defRPr>
            </a:pPr>
            <a:r>
              <a:t>• Dataset: Not Applicable — System operates on real-time data generated by logged-in Patients, Doctors, and Receptionists.</a:t>
            </a:r>
          </a:p>
        </p:txBody>
      </p:sp>
      <p:sp>
        <p:nvSpPr>
          <p:cNvPr id="167" name="Google Shape;16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168" name="Google Shape;168;p8"/>
          <p:cNvSpPr txBox="1"/>
          <p:nvPr/>
        </p:nvSpPr>
        <p:spPr>
          <a:xfrm>
            <a:off x="3454400" y="6211669"/>
            <a:ext cx="6096000" cy="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400">
                <a:latin typeface="Calibri"/>
              </a:defRPr>
            </a:pPr>
            <a:r>
              <a:t>• Requirement Analysis: Identified operational bottlenecks in hospital OPD queues, paper prescriptions, and patient record tracking.</a:t>
            </a:r>
            <a:endParaRPr sz="28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System Architecture Design: Modularized the application into 5 interconnected role-based portals using React components.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Database Modeling: Designed normalized PostgreSQL database tables for Users, Patients, Doctors, Appointments, and Prescriptions.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State &amp; Event Sync Implementation: Built Zustand store handlers to sync reception token entries directly with doctor consultation queues.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Prescription Generator Development: Implemented A4 PDF rendering engine with digital doctor stamps and scannable QR verification.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400">
                <a:latin typeface="Calibri"/>
              </a:defRPr>
            </a:pPr>
            <a:r>
              <a:t>• Testing &amp; UI Refinement: Performed module-wise functional testing and enforced high-contrast accessible styling.</a:t>
            </a:r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f9a4c8fa777841d_0_2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Result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h7f9a4c8fa777841d_0_2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00">
                <a:latin typeface="Calibri"/>
              </a:defRPr>
            </a:pPr>
            <a:r>
              <a:t>• Patient Vault Completed: Live vitals dashboard (BP, HR, SpO2), digital health locker, and online appointment booking fully operational.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Doctor OPD Studio Completed: Real-time patient queue list, digital prescription maker with 1-0-1 dosage options, doctor stamp, and PDF export fully working.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Reception Desk Completed: Walk-in patient registration form, token creation, and live line synchronization working without page refreshes.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Database &amp; Security Verified: PostgreSQL schema deployed on Supabase with Row Level Security (RLS) policies protecting user records.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Expected by Final Review: Complete integration of ABHA government ID lookup, emergency vitals triage, and WebRTC video call telemedicine.</a:t>
            </a:r>
          </a:p>
        </p:txBody>
      </p:sp>
      <p:sp>
        <p:nvSpPr>
          <p:cNvPr id="185" name="Google Shape;185;h7f9a4c8fa777841d_0_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186" name="Google Shape;186;h7f9a4c8fa777841d_0_24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7f9a4c8fa777841d_0_3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h7f9a4c8fa777841d_0_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50">
                <a:latin typeface="Calibri"/>
              </a:defRPr>
            </a:pPr>
            <a:r>
              <a:t>• MedVault successfully bridges the gap between Patients, Doctors, and Receptionists by unifying healthcare operations into one modern web platform.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50">
                <a:latin typeface="Calibri"/>
              </a:defRPr>
            </a:pPr>
            <a:r>
              <a:t>• Replaces unreadable paper prescriptions with verified digital A4 PDFs containing dosage guidance and scannable QR verification.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50">
                <a:latin typeface="Calibri"/>
              </a:defRPr>
            </a:pPr>
            <a:r>
              <a:t>• Eliminates OPD queue delays through live reception-to-doctor token synchronization.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50">
                <a:latin typeface="Calibri"/>
              </a:defRPr>
            </a:pPr>
            <a:r>
              <a:t>• Demonstrates a lightweight, high-performance web architecture that is easy to deploy, highly secure, and accessible on any device.</a:t>
            </a:r>
          </a:p>
        </p:txBody>
      </p:sp>
      <p:sp>
        <p:nvSpPr>
          <p:cNvPr id="194" name="Google Shape;194;h7f9a4c8fa777841d_0_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95" name="Google Shape;195;h7f9a4c8fa777841d_0_32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7f9a4c8fa777841d_0_4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h7f9a4c8fa777841d_0_4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3200"/>
              <a:buFont typeface="Cambria"/>
              <a:buChar char="•"/>
              <a:defRPr sz="1500">
                <a:latin typeface="Calibri"/>
              </a:defRPr>
            </a:pPr>
            <a:r>
              <a:t>• ABDM Government ABHA Health ID Integration: Connecting with national health gateways for 1-click cross-hospital EMR data decryption.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Algorithmic Emergency Vitals Triage: Automated risk scoring (BP &gt; 165/105 mmHg) to re-rank critical patients to Priority #1 in doctor queue.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Native WebRTC P2P Telemedicine: Direct browser-to-browser encrypted video consultation with live canvas prescription drawing.</a:t>
            </a:r>
          </a:p>
          <a:p>
            <a:pPr>
              <a:spcBef>
                <a:spcPts val="300"/>
              </a:spcBef>
              <a:spcAft>
                <a:spcPts val="1000"/>
              </a:spcAft>
              <a:defRPr sz="1500">
                <a:latin typeface="Calibri"/>
              </a:defRPr>
            </a:pPr>
            <a:r>
              <a:t>• Hospital Bed Occupancy &amp; Inventory Analytics: Tracking available ICU/General beds and pharmacy stock levels for hospital administrators.</a:t>
            </a:r>
          </a:p>
        </p:txBody>
      </p:sp>
      <p:sp>
        <p:nvSpPr>
          <p:cNvPr id="203" name="Google Shape;203;h7f9a4c8fa777841d_0_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04" name="Google Shape;204;h7f9a4c8fa777841d_0_40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0" name="Google Shape;210;p10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3200"/>
              <a:buFont typeface="Cambria"/>
              <a:buChar char="•"/>
              <a:defRPr sz="1100">
                <a:latin typeface="Calibri"/>
              </a:defRPr>
            </a:pPr>
            <a:r>
              <a:t>• S. A. Sanjiv, M. S. Krishna, J. Vigneshwaran, and K. Pradeepa, "Web Based Doctor Appointment Application Management System," International Journal of Creative and Open Research in Engineering and Management (IJCOREM), vol. 2, no. 4, Apr. 2026, doi: 10.55041/ijcope.v2i4.797.</a:t>
            </a:r>
            <a:endParaRPr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  <a:sym typeface="Cambria"/>
            </a:endParaRP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latin typeface="Calibri"/>
              </a:defRPr>
            </a:pPr>
            <a:r>
              <a:t>• U. Pawar, S. Ponnusamy, D. J. Ahirrao, K. B. Mali, Y. S. Mahajan, and A. P. Irle, "MediNexus AI: An Intelligent Healthcare Appointment &amp; Consultation Platform," International Scientific Journal of Engineering and Management (ISJEM), vol. 5, no. 5, May 2026, doi: 10.55041/ISJEM07131.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latin typeface="Calibri"/>
              </a:defRPr>
            </a:pPr>
            <a:r>
              <a:t>• H. Gehani, S. Rathkanthiwar, S. Jaiswal, K. Jaisinghani, A. Saonerkar, and A. Buche, "HealiQ: A Web-Based Doctor Appointment and Disease Prediction System for Smart Healthcare," Genetics and Molecular Research, vol. 25, no. 6s, 2026.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latin typeface="Calibri"/>
              </a:defRPr>
            </a:pPr>
            <a:r>
              <a:t>• M. Z. V. Affandi, F. I. Almeyda, M. F. Nazaruddin, and F. Mutaqin, "Development of a Web-Based Booking Portal System for a Hospital Information System," Journal of Artificial Intelligence and Engineering Applications, vol. 5, no. 3, Jun. 2026.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100">
                <a:latin typeface="Calibri"/>
              </a:defRPr>
            </a:pPr>
            <a:r>
              <a:t>• A. Pariyar, S. H. R., and N. Kaur, "Enhancing the Healthcare System Through Mobile-Based Doctor’s Appointment Booking Application," Annals of Forest Research, vol. 66, no. 1, pp. 3143–3150, 2023.</a:t>
            </a:r>
          </a:p>
        </p:txBody>
      </p:sp>
      <p:sp>
        <p:nvSpPr>
          <p:cNvPr id="212" name="Google Shape;212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3454400" y="6211669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400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800" b="0" i="0" u="none" strike="noStrike" cap="non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1253</Words>
  <Application>Microsoft Office PowerPoint</Application>
  <PresentationFormat>Widescreen</PresentationFormat>
  <Paragraphs>165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Review</vt:lpstr>
      <vt:lpstr>Research Gap</vt:lpstr>
      <vt:lpstr>Objectives</vt:lpstr>
      <vt:lpstr>Required Dataset,Tools and Technology</vt:lpstr>
      <vt:lpstr>Methodology</vt:lpstr>
      <vt:lpstr>Result</vt:lpstr>
      <vt:lpstr>Conclusion</vt:lpstr>
      <vt:lpstr>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</dc:creator>
  <cp:lastModifiedBy>himanshumali2003@outlook.com</cp:lastModifiedBy>
  <cp:revision>2</cp:revision>
  <dcterms:modified xsi:type="dcterms:W3CDTF">2026-09-25T10:50:32Z</dcterms:modified>
</cp:coreProperties>
</file>