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91B1B"/>
                </a:solidFill>
              </a:defRPr>
            </a:pPr>
            <a:r>
              <a:t>BTECH Computer Science Engineering</a:t>
            </a:r>
            <a:br/>
            <a:r>
              <a:t>1010103494</a:t>
            </a:r>
          </a:p>
          <a:p>
            <a:pPr algn="ctr">
              <a:defRPr b="1" sz="2600">
                <a:solidFill>
                  <a:srgbClr val="991B1B"/>
                </a:solidFill>
              </a:defRPr>
            </a:pPr>
            <a:r>
              <a:t>MedVault - Smart Digital Health Record and Appointment System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3017520"/>
          <a:ext cx="106984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498079"/>
              </a:tblGrid>
              <a:tr h="658368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Project ID</a:t>
                      </a:r>
                    </a:p>
                  </a:txBody>
                  <a:tcPr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CSE_M2_41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Enrollment No</a:t>
                      </a:r>
                    </a:p>
                  </a:txBody>
                  <a:tcPr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2301031800016, 2301031800031, 2301031800084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Mohit Kumar, Hemant Mali, Rahul Mali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Computer Science Engineering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Guide Name</a:t>
                      </a:r>
                    </a:p>
                  </a:txBody>
                  <a:tcPr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t>Dr. Monali Suthar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Introduction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Background and Motivation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Relevance and Importance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Literature review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Research Gap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Objectives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Required Dataset,Tools and Technology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Methodology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Result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Conclusion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Future Work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1E293B"/>
                </a:solidFill>
              </a:defRPr>
            </a:pPr>
            <a:r>
              <a:t>• MedVault is a modern web-based Digital Health Ecosystem designed to connect Patients, Doctors, Receptionists, Administrators, and Pharmacists into a single platform.</a:t>
            </a:r>
          </a:p>
          <a:p/>
          <a:p>
            <a:pPr>
              <a:defRPr sz="1600">
                <a:solidFill>
                  <a:srgbClr val="1E293B"/>
                </a:solidFill>
              </a:defRPr>
            </a:pPr>
            <a:r>
              <a:t>• Replaces traditional paper-based prescriptions and fragmented manual OPD register entries with structured digital workflows.</a:t>
            </a:r>
          </a:p>
          <a:p/>
          <a:p>
            <a:pPr>
              <a:defRPr sz="1600">
                <a:solidFill>
                  <a:srgbClr val="1E293B"/>
                </a:solidFill>
              </a:defRPr>
            </a:pPr>
            <a:r>
              <a:t>• Features dedicated role-based portals for Patients (vitals &amp; EMR vault), Doctors (consultation queue &amp; digital Rx builder), and Receptionists (walk-in token management).</a:t>
            </a:r>
          </a:p>
          <a:p/>
          <a:p>
            <a:pPr>
              <a:defRPr sz="1600">
                <a:solidFill>
                  <a:srgbClr val="1E293B"/>
                </a:solidFill>
              </a:defRPr>
            </a:pPr>
            <a:r>
              <a:t>• Built using React 18, TypeScript, and Tailwind CSS on the frontend, powered by Supabase PostgreSQL for secure role-based data access.</a:t>
            </a:r>
          </a:p>
          <a:p/>
          <a:p>
            <a:pPr>
              <a:defRPr sz="1600">
                <a:solidFill>
                  <a:srgbClr val="1E293B"/>
                </a:solidFill>
              </a:defRPr>
            </a:pPr>
            <a:r>
              <a:t>• Goal: Create a lightweight, high-contrast, zero-delay healthcare portal that digitizes medical records and streamlines hospital consultations.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Background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Loss of Paper Prescriptions &amp; Reports: Physical medical slips are easily misplaced or damaged, leaving doctors without patient medical history during follow-ups.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Uncoordinated Reception &amp; OPD Queues: Walk-in patients face long waiting lines without real-time updates between reception desks and doctor consultation rooms.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Illegible Handwriting &amp; Medication Risks: Handwritten prescriptions increase the risk of dosage confusion for pharmacists and patients.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Lack of Centralized Digital Vaults: Patients struggle to access their lab diagnostic reports, vitals telemetry history, and active medication lists in one place.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Motivation: Build an easy-to-use, high-performance web system that eliminates paper delays, automates OPD queue pushing, and generates verified digital A4 prescriptions.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Relevance and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Instant Consultation Queue Sync: Tokens created at reception immediately appear on the doctor's live queue without manual paper slips or page refreshes.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Verified Digital Prescriptions: Doctors generate clean A4 digital prescriptions with dosage frequency (1-0-1), doctor signature stamp, and scannable QR verification.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Patient Vitals Telemetry Tracking: Allows patients to track Blood Pressure, Heart Rate, SpO2, and Blood Glucose history in visual charts.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Data Security &amp; Row-Level Access: Ensures strict patient privacy where users only access their authorized medical records using Supabase RLS security policies.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Scalable Architecture: Designed as an extensible foundation ready for government ABHA ID integration, video call telehealth, and hospital bed analytics.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2011680"/>
                <a:gridCol w="2011680"/>
                <a:gridCol w="2377440"/>
                <a:gridCol w="2743200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Sr.No</a:t>
                      </a:r>
                    </a:p>
                  </a:txBody>
                  <a:tcPr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Ref.No(Citation)</a:t>
                      </a:r>
                    </a:p>
                  </a:txBody>
                  <a:tcPr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Algorithm / Approach</a:t>
                      </a:r>
                    </a:p>
                  </a:txBody>
                  <a:tcPr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Dataset / Source</a:t>
                      </a:r>
                    </a:p>
                  </a:txBody>
                  <a:tcPr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Result</a:t>
                      </a:r>
                    </a:p>
                  </a:txBody>
                  <a:tcPr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Findings &amp; Limitations</a:t>
                      </a:r>
                    </a:p>
                  </a:txBody>
                  <a:tcPr>
                    <a:solidFill>
                      <a:srgbClr val="991B1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Commercial Appointment Booking (Practo / Apollo 24/7)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Closed Commercial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Doctor search and appointment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Closed-source, subscription-based; lacks integrated reception token queue or doctor Rx generation.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[2]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Legacy Hospital Information Systems (HIS)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Institutional Desktop Software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Internal hospital record management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Heavyweight desktop software; no patient-facing portal, digital health locker, or mobile access.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[3]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Standalone EMR Storage Architectures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Clinical EHR Datasets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Centralized medical record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Focuses only on static storage; lacks live consultation line sync, digital signatures, or QR verification.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[4]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Proposed MedVault Ecosystem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Supabase Relational Database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Integrated 5-role digital healthcare platform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Lightweight, open web architecture combining live reception queue push, digital Rx PDF export, and vitals telemetry.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Commercial Platforms Lack Hospital-Side Integration: Platforms like Practo or Apollo 24/7 handle online booking but do not provide reception token generators or live doctor consultation queues.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Legacy HIS Systems Are Heavyweight &amp; Complex: Traditional hospital software requires expensive local server setups and lacks clean, responsive patient-facing web interfaces.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No Integrated Prescription Signature Engine: Existing web portals rarely combine diagnosis entry, dosage frequency (1-0-1), doctor digital stamp, and A4 PDF export in one workflow.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Fragmented Vitals Monitoring: Patients lack a unified digital health locker where live vitals, past prescriptions, and appointment records are accessible in one account.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Research Gap Solved by MedVault: MedVault fills this gap by delivering a unified, role-based web platform that seamlessly connects Receptionists, Doctors, and Patients.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Design a Role-Based Healthcare Web Application providing customized portals for Patients, Doctors, Receptionists, Administrators, and Pharmacists.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Implement Real-Time Reception Token Sync to automatically push walk-in patient tokens from reception desks to doctor consultation screens.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Develop a Digital Prescription Studio featuring medicine selection, dosage timing (1-0-1), doctor digital stamp, and A4 PDF export with QR codes.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Build a Patient Health Vault for tracking Blood Pressure, Heart Rate, SpO2, and Blood Glucose with digital document storage.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Enforce Database-Level Row Security (RLS) using Supabase PostgreSQL to protect sensitive patient records and maintain medical privacy.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Required Dataset,Tools and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Frontend UI Framework: React 18, TypeScript, Tailwind CSS v4, Lucide React Icons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State Management &amp; Sync: Zustand central state store for real-time consultation queue updates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Database &amp; Security: Supabase PostgreSQL database with Row Level Security (RLS) policies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PDF &amp; QR Export Engine: jsPDF and html2canvas for generating verified digital A4 prescription PDFs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Development IDE &amp; Tools: Visual Studio Code, Vite Build Tool, Git Version Control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Deployment (Planned): Vercel / Render cloud deployment for high-availability access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Dataset: Not Applicable — System operates on real-time data generated by logged-in Patients, Doctors, and Receptionists.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Requirement Analysis: Identified operational bottlenecks in hospital OPD queues, paper prescriptions, and patient record tracking.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System Architecture Design: Modularized the application into 5 interconnected role-based portals using React components.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Database Modeling: Designed normalized PostgreSQL database tables for Users, Patients, Doctors, Appointments, and Prescriptions.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State &amp; Event Sync Implementation: Built Zustand store handlers to sync reception token entries directly with doctor consultation queues.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Prescription Generator Development: Implemented A4 PDF rendering engine with digital doctor stamps and scannable QR verification.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Testing &amp; UI Refinement: Performed module-wise functional testing and enforced high-contrast accessible styling.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Result &amp; Review 2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Patient Vault Completed: Live vitals dashboard (BP, HR, SpO2), digital health locker, and online appointment booking fully operational.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Doctor OPD Studio Completed: Real-time patient queue list, digital prescription maker with 1-0-1 dosage options, doctor stamp, and PDF export fully working.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Reception Desk Completed: Walk-in patient registration form, token creation, and live line synchronization working without page refreshes.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Database &amp; Security Verified: PostgreSQL schema deployed on Supabase with Row Level Security (RLS) policies protecting user records.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Expected by Final Review: Complete integration of ABHA government ID lookup, emergency vitals triage, and WebRTC video call telemedicine.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1E293B"/>
                </a:solidFill>
              </a:defRPr>
            </a:pPr>
            <a:r>
              <a:t>• MedVault successfully bridges the gap between Patients, Doctors, and Receptionists by unifying healthcare operations into one modern web platform.</a:t>
            </a:r>
          </a:p>
          <a:p/>
          <a:p>
            <a:pPr>
              <a:defRPr sz="1600">
                <a:solidFill>
                  <a:srgbClr val="1E293B"/>
                </a:solidFill>
              </a:defRPr>
            </a:pPr>
            <a:r>
              <a:t>• Replaces unreadable paper prescriptions with verified digital A4 PDFs containing dosage guidance and scannable QR verification.</a:t>
            </a:r>
          </a:p>
          <a:p/>
          <a:p>
            <a:pPr>
              <a:defRPr sz="1600">
                <a:solidFill>
                  <a:srgbClr val="1E293B"/>
                </a:solidFill>
              </a:defRPr>
            </a:pPr>
            <a:r>
              <a:t>• Eliminates OPD queue delays through live reception-to-doctor token synchronization.</a:t>
            </a:r>
          </a:p>
          <a:p/>
          <a:p>
            <a:pPr>
              <a:defRPr sz="1600">
                <a:solidFill>
                  <a:srgbClr val="1E293B"/>
                </a:solidFill>
              </a:defRPr>
            </a:pPr>
            <a:r>
              <a:t>• Demonstrates a lightweight, high-performance web architecture that is easy to deploy, highly secure, and accessible on any device.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ABDM Government ABHA Health ID Integration: Connecting with national health gateways for 1-click cross-hospital EMR data decryption.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Algorithmic Emergency Vitals Triage: Automated risk scoring (BP &gt; 165/105 mmHg) to re-rank critical patients to Priority #1 in doctor queue.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Native WebRTC P2P Telemedicine: Direct browser-to-browser encrypted video consultation with live canvas prescription drawing.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Hospital Bed Occupancy &amp; Inventory Analytics: Tracking available ICU/General beds and pharmacy stock levels for hospital administrators.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1E293B"/>
                </a:solidFill>
                <a:latin typeface="Georgia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DEPARTMENT OF COMPUTER ENGINEERING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[1] React Documentation &amp; Web Standards. [Online]. Available: https://react.dev/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[2] Supabase PostgreSQL Database &amp; Row Level Security (RLS) Architecture. [Online]. Available: https://supabase.com/docs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[3] Ayushman Bharat Digital Mission (ABDM) HL7-FHIR Health Data Standard. [Online]. Available: https://abdm.gov.in/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[4] Practo Digital Healthcare Platform. [Online]. Available: https://www.practo.com/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[5] Apollo 24/7 Healthcare Network. [Online]. Available: https://www.apollo247.com/</a:t>
            </a:r>
          </a:p>
          <a:p/>
          <a:p>
            <a:pPr>
              <a:defRPr sz="1500">
                <a:solidFill>
                  <a:srgbClr val="1E293B"/>
                </a:solidFill>
              </a:defRPr>
            </a:pPr>
            <a:r>
              <a:t>• [6] Tailwind CSS Framework Documentation. [Online]. Available: https://tailwindcss.com/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